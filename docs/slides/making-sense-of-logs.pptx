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40280"/>
            <a:ext cx="1005840" cy="73152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F2F2F3"/>
                </a:solidFill>
                <a:latin typeface="Noto Sans"/>
              </a:rPr>
              <a:t>Making Sense of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0">
                <a:solidFill>
                  <a:srgbClr val="B4B6BC"/>
                </a:solidFill>
                <a:latin typeface="Noto Sans"/>
              </a:rPr>
              <a:t>One investigation, three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B4B6BC"/>
                </a:solidFill>
                <a:latin typeface="Noto Sans"/>
              </a:rPr>
              <a:t>SereneDB challenge · National AI Hackathon 2026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8A8F98"/>
                </a:solidFill>
                <a:latin typeface="Noto Sans"/>
              </a:rPr>
              <a:t>SereneDB 26.10.1 · DeepSeek V4.1 Flash · Loghub BGL, 4,747,963 log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The challenge and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2F2F3"/>
                </a:solidFill>
                <a:latin typeface="Noto Sans"/>
              </a:rPr>
              <a:t>Same logs, three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663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3987E5"/>
                </a:solidFill>
                <a:latin typeface="Noto Sans"/>
              </a:rPr>
              <a:t>Engineer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What failed, when, and what came right before?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4663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3987E5"/>
                </a:solidFill>
                <a:latin typeface="Noto Sans"/>
              </a:rPr>
              <a:t>Team lead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What keeps coming back, and where?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3987E5"/>
                </a:solidFill>
                <a:latin typeface="Noto Sans"/>
              </a:rPr>
              <a:t>Manager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What should we prioritise, and what can the logs not tell 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2F2F3"/>
                </a:solidFill>
                <a:latin typeface="Noto Sans"/>
              </a:rPr>
              <a:t>Our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48640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SereneDB finds and counts the evidence on the full 4.7M-line log.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An AI agent chooses typed, read-only tools; it never writes SQL.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Every result becomes a numbered fact with its source log lines and the exact SQL.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Three role views explain the same facts; switching roles never changes the evidence.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The server checks every finding: no fact id, no finding; numbers not in the evidence are marked inferred.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When the logs cannot answer (cost, customers, owners), the answer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System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82880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14630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Question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from the web UI, streamed back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19456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75104"/>
            <a:ext cx="18288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Planner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DeepSeek V4.1 Flash picks 2 to 6 tool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237744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975104"/>
            <a:ext cx="20116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Typed tools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searchLogs · getContext · aggregate, zod-validated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975104"/>
            <a:ext cx="29260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SereneDB 26.10.1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4.7M rows, inverted index with BM25, SQL aggregation, read-only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93192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4078224"/>
            <a:ext cx="29260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Evidence bundle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facts F1..Fn, source log lines, SQL and timings per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931920"/>
            <a:ext cx="237744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078224"/>
            <a:ext cx="20116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Priority score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visible formula over database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931920"/>
            <a:ext cx="219456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078224"/>
            <a:ext cx="18288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Three role views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engineer, team lead, manager, from the same bundle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1828800" cy="160020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14630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Evidence check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B4B6BC"/>
                </a:solidFill>
                <a:latin typeface="Noto Sans"/>
              </a:rPr>
              <a:t>drops uncited claims, flags unsupported numbers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56032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56032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256032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66960" y="3291840"/>
            <a:ext cx="0" cy="64008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63840" y="466344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029200" y="466344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377440" y="4663440"/>
            <a:ext cx="457200" cy="0"/>
          </a:xfrm>
          <a:prstGeom prst="line">
            <a:avLst/>
          </a:prstGeom>
          <a:ln w="22225">
            <a:solidFill>
              <a:srgbClr val="8A8F9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8A8F98"/>
                </a:solidFill>
                <a:latin typeface="Noto Sans"/>
              </a:rPr>
              <a:t>The language model never sees the whole log and never writes SQL. Facts come only from SereneDB; the model explains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Tool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154680" cy="2651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3987E5"/>
                </a:solidFill>
                <a:latin typeface="Noto Sans"/>
              </a:rPr>
              <a:t>searchLogs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F2F2F3"/>
                </a:solidFill>
                <a:latin typeface="Noto Sans"/>
              </a:rPr>
              <a:t>Full-text search with filters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Inputs: query, phrase, time range, label, level, component, midplane, node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SereneDB: Inverted index, BM25 ranking, ts_phrase; per-label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154680" cy="2651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3987E5"/>
                </a:solidFill>
                <a:latin typeface="Noto Sans"/>
              </a:rPr>
              <a:t>getContext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F2F2F3"/>
                </a:solidFill>
                <a:latin typeface="Noto Sans"/>
              </a:rPr>
              <a:t>Timeline around one event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Inputs: seed line id, seconds before and after, same node or midplane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SereneDB: Time-window SQL: events per label and level, sample lines, per-second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154680" cy="2651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3987E5"/>
                </a:solidFill>
                <a:latin typeface="Noto Sans"/>
              </a:rPr>
              <a:t>aggregate</a:t>
            </a:r>
          </a:p>
          <a:p>
            <a:pPr algn="l">
              <a:spcAft>
                <a:spcPts val="675"/>
              </a:spcAft>
            </a:pPr>
            <a:r>
              <a:rPr sz="1500" b="1">
                <a:solidFill>
                  <a:srgbClr val="F2F2F3"/>
                </a:solidFill>
                <a:latin typeface="Noto Sans"/>
              </a:rPr>
              <a:t>Recurrence, concentration, trend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Inputs: group by label, component, level, node, midplane, hour, day or week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B4B6BC"/>
                </a:solidFill>
                <a:latin typeface="Noto Sans"/>
              </a:rPr>
              <a:t>SereneDB: GROUP BY with distinct nodes, active days, FATAL counts and true totals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•  Arguments validated with zod and passed as SQL parameters; read-only queries, client-side time budget (SereneDB does not enforce statement_timeout).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•  At most 6 tool calls in 3 rounds; the server, not the model, turns results into facts.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•  Grouped counts use the index only to select rows, then group on the table (a GROUP BY directly on the index overcounted in our tests).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•  If BM25 scoring fails, search falls back to exact matching and the UI says 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Data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2860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F2F2F3"/>
                </a:solidFill>
                <a:latin typeface="Noto Sans"/>
              </a:rPr>
              <a:t>4,747,963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log lines, every line kept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2860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F2F2F3"/>
                </a:solidFill>
                <a:latin typeface="Noto Sans"/>
              </a:rPr>
              <a:t>348,460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alert lines in 41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22860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F2F2F3"/>
                </a:solidFill>
                <a:latin typeface="Noto Sans"/>
              </a:rPr>
              <a:t>3.4 s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bulk load from Parquet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691640"/>
            <a:ext cx="22860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F2F2F3"/>
                </a:solidFill>
                <a:latin typeface="Noto Sans"/>
              </a:rPr>
              <a:t>1 to 12 ms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B4B6BC"/>
                </a:solidFill>
                <a:latin typeface="Noto Sans"/>
              </a:rPr>
              <a:t>per search or aggregation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Loghub BGL (Zenodo 8196385, md5 checked). Parser keeps all lines: 34,470 with an empty message, 306 without a node, 18 wrapped lines are flagged, not dropped.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Times shown as printed in the log (US Pacific); the epoch field is UTC.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Database work for one investigation: 45 to 241 ms. The language model takes about 25 to 35 s; streamed, the evidence appears after about 10 s and the first role view after about 17 s.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Answers to repeated questions are cached, so evidence and numbers stay identical between runs.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Measured on one laptop (Ryzen 7 7745HX, SereneDB in Docker), 2026-10-18.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Findings for the engineer: the July 11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6 / 12</a:t>
            </a:r>
          </a:p>
        </p:txBody>
      </p:sp>
      <p:pic>
        <p:nvPicPr>
          <p:cNvPr id="5" name="Picture 4" descr="_engineer_210_60_1100_1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87" y="1417320"/>
            <a:ext cx="4313224" cy="4846320"/>
          </a:xfrm>
          <a:prstGeom prst="rect">
            <a:avLst/>
          </a:prstGeom>
          <a:ln w="12700">
            <a:solidFill>
              <a:srgbClr val="2A2C3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4846320" cy="4572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14:03:23: 16 KERNPOW 'Power deactivated' events on midplane R05-M0.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14:03:33 to 14:03:39: 148 KERNRTSP 'rts panic! - stopping execution' events on 148 nodes.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Spread: R01-M0 80 nodes, R04-M0 34, R05-M1 34.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The agent states the logs show the order of events, not the cause.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Next checks it recommends: R05-M0 power and cooling at 14:03:23; the job running on the panicked nodes.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Findings for the team lead: what keeps coming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846320" cy="4572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APPSEV: 49,651 alert lines on 1,024 nodes over 67 days, +216% in the last quarter.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KERNRTSP: 3,983 lines on 3,394 nodes, recurring over 124 days, +9%.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KERNSTOR: 63,491 lines on 22,529 nodes, but only on 5 days: bursts, not a steady problem.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KERNDTLB: 152,734 lines, of which 152,182 come from one node on one day (2005-06-11).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B4B6BC"/>
                </a:solidFill>
                <a:latin typeface="Noto Sans"/>
              </a:rPr>
              <a:t>•  Same evidence as the engineer view; when the model writes a number that is not in the evidence (for example '6 seconds'), the claim is marked inferred.</a:t>
            </a:r>
          </a:p>
        </p:txBody>
      </p:sp>
      <p:pic>
        <p:nvPicPr>
          <p:cNvPr id="6" name="Picture 5" descr="_teamlead_210_60_1100_1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87" y="1417320"/>
            <a:ext cx="4313224" cy="4846320"/>
          </a:xfrm>
          <a:prstGeom prst="rect">
            <a:avLst/>
          </a:prstGeom>
          <a:ln w="12700">
            <a:solidFill>
              <a:srgbClr val="2A2C3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Findings for the manager: priorities from the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8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1051560"/>
                <a:gridCol w="96012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Alert category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Score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Events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Nodes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Active days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4B6BC"/>
                          </a:solidFill>
                          <a:latin typeface="Noto Sans"/>
                        </a:rPr>
                        <a:t>Trend</a:t>
                      </a:r>
                    </a:p>
                  </a:txBody>
                  <a:tcPr>
                    <a:solidFill>
                      <a:srgbClr val="2224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APPSEV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79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49,651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1,024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67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+216%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KERNRTSP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79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3,983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3,394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124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+9%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KERNSTOR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78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63,491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22,529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5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+100%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KERNDTLB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72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152,734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541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11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n/a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KERNTERM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71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23,338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9,524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28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F2F2F3"/>
                          </a:solidFill>
                          <a:latin typeface="Noto Sans"/>
                        </a:rPr>
                        <a:t>-14%</a:t>
                      </a:r>
                    </a:p>
                  </a:txBody>
                  <a:tcPr>
                    <a:solidFill>
                      <a:srgbClr val="1617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34840"/>
            <a:ext cx="65836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8A8F98"/>
                </a:solidFill>
                <a:latin typeface="Noto Sans"/>
              </a:rPr>
              <a:t>Score = 100 × (0.30 events + 0.25 nodes + 0.20 active days + 0.15 fatal share + 0.10 trend), each scaled against the largest category. All inputs are database counts; the trend compares the last quarter with the quarter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F2F2F3"/>
                </a:solidFill>
                <a:latin typeface="Noto Sans"/>
              </a:rPr>
              <a:t>What the manager hears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4023360" cy="3200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Prioritise APPSEV and KERNRTSP first: widespread and rising.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Treat KERNDTLB as a one-node spike, not a broad issue.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The logs cannot show customer impact, cost or downtime; ask operations for those.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B4B6BC"/>
                </a:solidFill>
                <a:latin typeface="Noto Sans"/>
              </a:rPr>
              <a:t>Asked 'did the panics cause data loss, and what did it cost?', the agent answers that the logs cannot tell, instead of inventing a figure.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Query evidence: every claim links to rows and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9 / 12</a:t>
            </a:r>
          </a:p>
        </p:txBody>
      </p:sp>
      <p:pic>
        <p:nvPicPr>
          <p:cNvPr id="5" name="Picture 4" descr="_drawer_990_0_1920_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90" y="1417320"/>
            <a:ext cx="4173220" cy="4846320"/>
          </a:xfrm>
          <a:prstGeom prst="rect">
            <a:avLst/>
          </a:prstGeom>
          <a:ln w="12700">
            <a:solidFill>
              <a:srgbClr val="2A2C3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1554480"/>
            <a:ext cx="5029200" cy="4572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Each finding cites fact ids (F1, F2, ...). A fact holds its value, the source log lines and the query that produced it.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Example: the getContext query around the first panic returned 164 rows in 22 ms; the drawer shows the raw KERNPOW lines and the exact SQL.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The trace lists every query the agent chose, with arguments, row counts and timings.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Smoke test (9 checks) verifies: every finding cites an existing fact, every fact's rows are present, repeated questions give identical facts, unanswerable questions produce no cost or customer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For non-experts and for any log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10 / 12</a:t>
            </a:r>
          </a:p>
        </p:txBody>
      </p:sp>
      <p:pic>
        <p:nvPicPr>
          <p:cNvPr id="5" name="Picture 4" descr="_insights_210_60_1710_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71" y="1417320"/>
            <a:ext cx="5252936" cy="3291840"/>
          </a:xfrm>
          <a:prstGeom prst="rect">
            <a:avLst/>
          </a:prstGeom>
          <a:ln w="12700">
            <a:solidFill>
              <a:srgbClr val="2A2C31"/>
            </a:solidFill>
          </a:ln>
        </p:spPr>
      </p:pic>
      <p:pic>
        <p:nvPicPr>
          <p:cNvPr id="6" name="Picture 5" descr="_upload_preview_384_24_1536_10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813" y="1417320"/>
            <a:ext cx="3674612" cy="3291840"/>
          </a:xfrm>
          <a:prstGeom prst="rect">
            <a:avLst/>
          </a:prstGeom>
          <a:ln w="12700">
            <a:solidFill>
              <a:srgbClr val="2A2C3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7"/>
              </a:spcAft>
            </a:pPr>
            <a:r>
              <a:rPr sz="1350" b="0">
                <a:solidFill>
                  <a:srgbClr val="B4B6BC"/>
                </a:solidFill>
                <a:latin typeface="Noto Sans"/>
              </a:rPr>
              <a:t>•  Key takeaways and KPI tiles computed by SQL rules, no AI numbers. Drag a period on the chart: compared with the previous equal period, with the categories and nodes that grew and patterns seen for the first time.</a:t>
            </a:r>
          </a:p>
          <a:p>
            <a:pPr algn="l">
              <a:spcAft>
                <a:spcPts val="607"/>
              </a:spcAft>
            </a:pPr>
            <a:r>
              <a:rPr sz="1350" b="0">
                <a:solidFill>
                  <a:srgbClr val="B4B6BC"/>
                </a:solidFill>
                <a:latin typeface="Noto Sans"/>
              </a:rPr>
              <a:t>•  Upload any line-based log: the model proposes a parser, the server tests it on 2,000 lines before loading. Six Loghub formats (HDFS, Linux, Apache, OpenSSH, Zookeeper, Spark): 100% of lines and timestamps parsed in 4 to 9 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>
                <a:solidFill>
                  <a:srgbClr val="3987E5"/>
                </a:solidFill>
                <a:latin typeface="Noto Sans"/>
              </a:rPr>
              <a:t>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5468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Check R05-M0 power and cooling around 2005-07-11 14:03:23.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Correlate the 148 panicked nodes with the job that was running.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Inspect node R30-M0-N9-C:J16-U01, source of 152,182 KERNDTLB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>
                <a:solidFill>
                  <a:srgbClr val="3987E5"/>
                </a:solidFill>
                <a:latin typeface="Noto Sans"/>
              </a:rPr>
              <a:t>Team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5468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Assign owners to APPSEV and KERNRTSP, the rising, widespread categories.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Review the KERNSTOR bursts of 2005-06-13 and 2005-06-14.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Track KERNRTSP recurrence (124 active days).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>
                <a:solidFill>
                  <a:srgbClr val="3987E5"/>
                </a:solidFill>
                <a:latin typeface="Noto Sans"/>
              </a:rPr>
              <a:t>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15468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Prioritise APPSEV and KERNRTSP, then KERNSTOR.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Do not treat KERNDTLB volume as a fleet-wide problem.</a:t>
            </a:r>
          </a:p>
          <a:p>
            <a:pPr algn="l">
              <a:spcAft>
                <a:spcPts val="652"/>
              </a:spcAft>
            </a:pPr>
            <a:r>
              <a:rPr sz="1450" b="0">
                <a:solidFill>
                  <a:srgbClr val="B4B6BC"/>
                </a:solidFill>
                <a:latin typeface="Noto Sans"/>
              </a:rPr>
              <a:t>•  Get impact, cost and downtime from operations; the logs do not contain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8A8F98"/>
                </a:solidFill>
                <a:latin typeface="Noto Sans"/>
              </a:rPr>
              <a:t>Taken from the agent's three views of the same evidence; every item cites facts in the 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F2F2F3"/>
                </a:solidFill>
                <a:latin typeface="Noto Sans"/>
              </a:rPr>
              <a:t>Limitations and what we would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8A8F98"/>
                </a:solidFill>
                <a:latin typeface="Noto Sans"/>
              </a:rPr>
              <a:t>Making Sense of Logs  · 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A new question takes about 25 to 35 s, almost all language model time; streaming shows evidence after about 10 s. Example questions are cached.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Two fresh runs of the same question can choose different queries; cached answers are identical.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BGL has no ownership, customer, cost or downtime data, so those are always reported as unknown.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The priority weights and, for uploaded logs, the alert rule (WARNING or worse, or an error keyword) are our choices; syslog files need the year from the user.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Uploaded samples and facts are sent to the model provider; the upload screen states this.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B4B6BC"/>
                </a:solidFill>
                <a:latin typeface="Noto Sans"/>
              </a:rPr>
              <a:t>•  Measured on one laptop with SereneDB 26.10.1 in Docker (amd64 image).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6171A"/>
          </a:solidFill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737360"/>
            <a:ext cx="361188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1">
                <a:solidFill>
                  <a:srgbClr val="3987E5"/>
                </a:solidFill>
                <a:latin typeface="Noto Sans"/>
              </a:rPr>
              <a:t>Next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B4B6BC"/>
                </a:solidFill>
                <a:latin typeface="Noto Sans"/>
              </a:rPr>
              <a:t>Run several role writers in parallel on separate provider keys to cut waiting time.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B4B6BC"/>
                </a:solidFill>
                <a:latin typeface="Noto Sans"/>
              </a:rPr>
              <a:t>Add the OpenStack logs mentioned for this challenge as a second built-in dataset.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B4B6BC"/>
                </a:solidFill>
                <a:latin typeface="Noto Sans"/>
              </a:rPr>
              <a:t>Report the index GROUP BY overcount to SereneDB with our reproduction.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